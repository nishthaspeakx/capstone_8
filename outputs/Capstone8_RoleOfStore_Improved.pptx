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77BD"/>
                </a:solidFill>
              </a:rPr>
              <a:t>SECTION 06 ·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Role-of-Store — one model, five planning playbooks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7B"/>
                </a:solidFill>
              </a:rPr>
              <a:t>Every store gets a planning role based on growth signals + model bias</a:t>
            </a:r>
            <a:endParaRPr lang="en-US" sz="1400" dirty="0"/>
          </a:p>
        </p:txBody>
      </p:sp>
      <p:pic>
        <p:nvPicPr>
          <p:cNvPr id="5" name="Image 0" descr="outputs/role_donut_refere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737360"/>
            <a:ext cx="512064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6355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B7B"/>
                </a:solidFill>
              </a:rPr>
              <a:t>1,727 stores · ~20% each — quantile-based segmentation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989320" y="20116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989320" y="2011680"/>
            <a:ext cx="109728" cy="768096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6"/>
          <p:cNvSpPr/>
          <p:nvPr/>
        </p:nvSpPr>
        <p:spPr>
          <a:xfrm>
            <a:off x="6263640" y="20848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High Growth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263640" y="23957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Expanding market + store outperforming → raise targets aggressively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89320" y="29260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989320" y="2926080"/>
            <a:ext cx="109728" cy="768096"/>
          </a:xfrm>
          <a:prstGeom prst="rect">
            <a:avLst/>
          </a:prstGeom>
          <a:solidFill>
            <a:srgbClr val="43A047"/>
          </a:solidFill>
          <a:ln/>
        </p:spPr>
      </p:sp>
      <p:sp>
        <p:nvSpPr>
          <p:cNvPr id="13" name="Text 10"/>
          <p:cNvSpPr/>
          <p:nvPr/>
        </p:nvSpPr>
        <p:spPr>
          <a:xfrm>
            <a:off x="6263640" y="29992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Growth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263640" y="33101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Positive market signals + store running ahead of pace → push target up moderately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89320" y="38404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9320" y="3840480"/>
            <a:ext cx="109728" cy="768096"/>
          </a:xfrm>
          <a:prstGeom prst="rect">
            <a:avLst/>
          </a:prstGeom>
          <a:solidFill>
            <a:srgbClr val="757575"/>
          </a:solidFill>
          <a:ln/>
        </p:spPr>
      </p:sp>
      <p:sp>
        <p:nvSpPr>
          <p:cNvPr id="17" name="Text 14"/>
          <p:cNvSpPr/>
          <p:nvPr/>
        </p:nvSpPr>
        <p:spPr>
          <a:xfrm>
            <a:off x="6263640" y="39136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Neutral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263640" y="42245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Balanced profile, no strong signal either way → use the standard data-driven target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47548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989320" y="4754880"/>
            <a:ext cx="109728" cy="768096"/>
          </a:xfrm>
          <a:prstGeom prst="rect">
            <a:avLst/>
          </a:prstGeom>
          <a:solidFill>
            <a:srgbClr val="FF8F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63640" y="48280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Maintain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263640" y="5138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Aging market, steady demand → hold targets, monitor for change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989320" y="5669280"/>
            <a:ext cx="5852160" cy="768096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A1F44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989320" y="5669280"/>
            <a:ext cx="109728" cy="768096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5" name="Text 22"/>
          <p:cNvSpPr/>
          <p:nvPr/>
        </p:nvSpPr>
        <p:spPr>
          <a:xfrm>
            <a:off x="6263640" y="574243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3087"/>
                </a:solidFill>
              </a:rPr>
              <a:t>Defend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263640" y="60533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</a:rPr>
              <a:t>High competition + underperforming → conservative target, protect share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8" name="Text 25"/>
          <p:cNvSpPr/>
          <p:nvPr/>
        </p:nvSpPr>
        <p:spPr>
          <a:xfrm>
            <a:off x="457200" y="65653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Capstone 8 · Group 8 · IIM Calcutta APAL02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076895" y="65653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Role-of-Store · improved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Role-of-Store Segmentation — improved</dc:title>
  <dc:subject>PptxGenJS Presentation</dc:subject>
  <dc:creator>Group 8 — IIM Calcutta APAL02</dc:creator>
  <cp:lastModifiedBy>Group 8 — IIM Calcutta APAL02</cp:lastModifiedBy>
  <cp:revision>1</cp:revision>
  <dcterms:created xsi:type="dcterms:W3CDTF">2026-06-28T16:43:19Z</dcterms:created>
  <dcterms:modified xsi:type="dcterms:W3CDTF">2026-06-28T16:43:19Z</dcterms:modified>
</cp:coreProperties>
</file>