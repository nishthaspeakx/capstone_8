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HEADLINE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1,727 manual reviews → only 91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51760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7.05%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WAPE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Target &lt; 8%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1568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554480"/>
            <a:ext cx="2651760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−0.97%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1568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Bias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Within ±2%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554480"/>
            <a:ext cx="2651760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0.977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54496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R²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Target &gt; 0.88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07424" y="1554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07424" y="1554480"/>
            <a:ext cx="2651760" cy="8229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07424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94.7%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07424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Calibrated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07424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1,636 / 1,727 stores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383280"/>
            <a:ext cx="548640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383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Today — peanut-butter spread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069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62828"/>
                </a:solidFill>
              </a:rPr>
              <a:t>1,727 stores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require manual review every cycle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166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25.83% of store-weeks miss by &gt;±10%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Targets ignore local market dynamics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Planners spend the year overriding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38328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383280"/>
            <a:ext cx="54864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383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the supervised 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069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32"/>
                </a:solidFill>
              </a:rPr>
              <a:t>91 stores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640080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need planner attention — a 95% workload drop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5166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1,636 stores well-calibrated (±5% bias)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60 under-targeted · 31 over-targeted — both flagged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</a:rPr>
              <a:t>Chain plan still reconciles (bias near zero)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1 of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model thinks — 16 features, XGBoost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7607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62179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Lag / Momentum (4)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lag_1 · lag_4 · lag_13 · lag_52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57607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67712"/>
            <a:ext cx="82296" cy="62179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13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Demand — Raw (5)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Households · Density · Income · Housing Units · Population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57607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80944"/>
            <a:ext cx="82296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26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Demand — Engineered (3)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income_affluent · housing_new_share · housing_old_share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57607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94176"/>
            <a:ext cx="82296" cy="62179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39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</a:rPr>
              <a:t>Competition + Store (4)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Sister stores · total competitors · Wallflowers Depot · Urbanicity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079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WAPE 7.05%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8188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Of every $100 of actual sales, the model misses by $7.05 (in either direction). Weighted by sales — dollar accuracy.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276088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5349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Bias −0.97%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6601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Model is essentially unbiased — does not systematically over- or under-commit. Chain plan reconciles cleanly.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</a:rPr>
              <a:t>Sample predictions — Store S00001 (Starmont, GA)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965960"/>
          <a:ext cx="54864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Err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Train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FY24 W28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$1.70M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$1.60M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−5.8%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Train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FY24 W29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$1.67M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$1.64M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−1.7%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Train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FY24 W30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$1.75M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$1.70M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−2.4%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Test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FY25 W33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$1.55M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$1.58M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+1.7%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Test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FY25 W34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$1.61M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$1.65M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+2.3%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Test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FY25 W37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$1.59M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$1.63M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+2.5%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446520" y="4297680"/>
            <a:ext cx="5486400" cy="1892808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446520" y="4297680"/>
            <a:ext cx="548640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0" name="Text 27"/>
          <p:cNvSpPr/>
          <p:nvPr/>
        </p:nvSpPr>
        <p:spPr>
          <a:xfrm>
            <a:off x="6629400" y="4297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the small Train→Test gap matters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29400" y="4846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Train WAPE 6.62%   →   Test WAPE 7.05%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29400" y="52578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Tiny gap = the model genuinely generalizes to the future. No overfitting. It is not just memorizing the past — it is learning patterns that hold on weeks it has never seen.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2 of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closing the 91-store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9968" y="1737360"/>
            <a:ext cx="640080" cy="6400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6" name="Text 4"/>
          <p:cNvSpPr/>
          <p:nvPr/>
        </p:nvSpPr>
        <p:spPr>
          <a:xfrm>
            <a:off x="202996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7BD"/>
                </a:solidFill>
              </a:rPr>
              <a:t>Reason-Code Framework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For each of the 91 off-target stores, planners annotate one of 6 cause codes: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RENOVATION — format/floor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NEW_COMPETITOR — entry/exit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LOCAL_EVENT — fair, road work, weather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STRUCTURAL — new mgmt, mix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DEMOGRAPHIC SHIFT — sudden inflow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DATA_GAP — missing feed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24728" y="17373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582472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GenAI Explainability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On every store click in the dashboard, Gemini explains in plain English: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37947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Why this exact sales target?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Which 16 features drove it most?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Why was it placed in this segment?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What action should the planner consider?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Plug-in already wired into the Streamlit app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19488" y="173736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194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5-Segment Planning Playbook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Net score (growth − risk) splits all stores into 5 quintiles: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37947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High Growth (346) — raise targets aggressively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Growth (345) — standard model target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Neutral (345) — hold pattern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Maintain (346) — steady, monitor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Defend (345) — protect share, conservative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3087"/>
                </a:solidFill>
              </a:rPr>
              <a:t>Pilot on West Division (492 stores)  →  measure override-rate drop  →  scale chain-wide  ·  Source: github.com/nishthaspeakx/capstone_8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Slide 3 of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Lowe's Store-Level Sales Target — 3-Slide Summary</dc:title>
  <dc:subject>PptxGenJS Presentation</dc:subject>
  <dc:creator>Group 8 — IIM Calcutta APAL02</dc:creator>
  <cp:lastModifiedBy>Group 8 — IIM Calcutta APAL02</cp:lastModifiedBy>
  <cp:revision>1</cp:revision>
  <dcterms:created xsi:type="dcterms:W3CDTF">2026-05-26T06:07:45Z</dcterms:created>
  <dcterms:modified xsi:type="dcterms:W3CDTF">2026-05-26T06:07:45Z</dcterms:modified>
</cp:coreProperties>
</file>