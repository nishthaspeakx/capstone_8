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Lowe's Store-Level Sales Target Model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ML-Powered Forecasting to Replace Top-Down Allocation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IIM Calcutta Capstone — Group 8 (APAL02)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https://storewisetargets.streamlit.app/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Current Approach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Peanut butter spread: Uses 3-year historical sales share to allocate targets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One-size-fits-all: Ignores local market dynamics, demographics, and competition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overrides: Planners adjust targets subjectively with limited data backing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Inaccurate results: 25.83% of store-weeks miss targets by &gt;±10%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D5E8F0"/>
          </a:solidFill>
          <a:ln w="25400">
            <a:solidFill>
              <a:srgbClr val="005B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25.83% plan miss rate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Supervised ML Model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4572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Store-level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engineered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time split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accuracy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predictions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Under/over-targeted flags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5-segment stratification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re-scoring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solidFill>
            <a:srgbClr val="D5E8F0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targeting enables targeted planner overrides instead of chain-wide adjustments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64592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269,412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store-weeks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2011680" cy="164592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locations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164592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164592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22128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clean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Period: FY2023–FY2025 (3 fiscal years, 52 weeks each)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Composition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840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columns: Identity, time, target (Actual Sales USD)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columns: Demographics (population, income, housing, education)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columns: Competition (sister stores, competitor counts by radius)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Feature Engineering: 35 Features in 5 Families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14300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Year, Fiscal Week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Lags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920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192024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lag_1, lag_52, roll_4, roll_13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Store/Market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6974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Floor Size, Urbanicity, CBSA 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Demand/Housing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4747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Households, Income, Housing Age, Population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D5E8F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42519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Sister Stores, Competitor Counts, total_competitor_ta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8229600" cy="822960"/>
          </a:xfrm>
          <a:prstGeom prst="rect">
            <a:avLst/>
          </a:prstGeom>
          <a:solidFill>
            <a:srgbClr val="FFE5E5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749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Blacklist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303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Sales USD (corr=0.986) | Invoice Count (corr=0.973) | Avg Ticket (corr=0.126) — excluded from model inputs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Features: Engineered Lag Features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group-by-store and shift() — no leakage. Strongest predictors of store sales.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D5E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075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3075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0" y="13075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56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8562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shift(4)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856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D5E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04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shift(13)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535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lag_52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953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shift(52)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9535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D5E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021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3502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shift(1).rolling(4).mean()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502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507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roll_13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20240" y="40507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shift(1).rolling(13).mean()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40507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lags work: Recent sales are the strongest predictor of next period sales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120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lag_52 (year-over-year): Captures seasonal demand patterns across fiscal year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440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roll_4 &amp; roll_13 (rolling averages): Smooth noise, capture local trend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 &amp; Configuration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Models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(n_estimators=500, lr=0.05, max_depth=7)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(n_estimators=500, lr=0.05, max_depth=8, num_leaves=63)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(regularization baseline)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Lag-52 baseline (year-over-year forecast)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time split: 85th percentile cutoff (temporal integrity)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set: 50 early stopping rounds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tuning: Bayesian optimization on validation WAPE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holdout: Latest ~15% of fiscal weeks (FY2025 Q3–Q4)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solidFill>
            <a:srgbClr val="D5E8F0"/>
          </a:solidFill>
          <a:ln w="25400">
            <a:solidFill>
              <a:srgbClr val="005B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WAPE &lt; 8% | Bias within ±2% | R² &gt; 0.88 | Beat naive lag-52 (8.90% wAPE FY2025)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24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1463040" cy="36576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0241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1005840"/>
            <a:ext cx="1463040" cy="36576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0241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005840"/>
            <a:ext cx="1280160" cy="36576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24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005840"/>
            <a:ext cx="1645920" cy="36576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0241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44752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417320"/>
            <a:ext cx="146304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44475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146304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44475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417320"/>
            <a:ext cx="128016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444752"/>
            <a:ext cx="1280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417320"/>
            <a:ext cx="164592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444752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8,340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1764792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792224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1764792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1792224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49040" y="1764792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1792224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1764792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1792224"/>
            <a:ext cx="1280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1764792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792224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112264"/>
            <a:ext cx="182880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139696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0" y="2112264"/>
            <a:ext cx="146304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2139696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2112264"/>
            <a:ext cx="146304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139696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112264"/>
            <a:ext cx="128016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2139696"/>
            <a:ext cx="1280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2112264"/>
            <a:ext cx="1645920" cy="320040"/>
          </a:xfrm>
          <a:prstGeom prst="rect">
            <a:avLst/>
          </a:prstGeom>
          <a:solidFill>
            <a:srgbClr val="D5E8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139696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459736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487168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Lag-52 Naive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0" y="2459736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0" y="2487168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749040" y="2459736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2487168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-0.5%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12080" y="2459736"/>
            <a:ext cx="12801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2487168"/>
            <a:ext cx="12801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2459736"/>
            <a:ext cx="1645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2487168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38862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achieves 7.2% WAPE, beating the success criterion (&lt; 8%) and the naive baseline (8.9%). Model explains 91.2% of variance with minimal bias.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Store-Level Accuracy Loop: Classification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417320"/>
          </a:xfrm>
          <a:prstGeom prst="rect">
            <a:avLst/>
          </a:prstGeom>
          <a:solidFill>
            <a:srgbClr val="E3F2FD"/>
          </a:solidFill>
          <a:ln w="19050">
            <a:solidFill>
              <a:srgbClr val="005B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Under-Targeted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&lt; -5%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predicts less than actual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560320" cy="14173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5B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Well-Calibrated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±5%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align with actuals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51560"/>
            <a:ext cx="2560320" cy="1417320"/>
          </a:xfrm>
          <a:prstGeom prst="rect">
            <a:avLst/>
          </a:prstGeom>
          <a:solidFill>
            <a:srgbClr val="FFF3E0"/>
          </a:solidFill>
          <a:ln w="19050">
            <a:solidFill>
              <a:srgbClr val="005B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Over-Targeted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&gt; +5%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predicts more than actual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Per-Store Metrics Computed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WAPE (Weighted Absolute Percentage Error)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% (directional accuracy)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(error magnitude)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bias breakdown (Q1–Q4 performance by season)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solidFill>
            <a:srgbClr val="D5E8F0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targeted planner overrides: Instead of blanket adjustments, fix only the under/over-targeted stores with their quarterly bias breakdown.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Role-of-Store Segmentation: 5 Segments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model outputs + market features (CAGR HH, housing_new_share, total_competitor_ta)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Growth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demand, low competition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Invest, expand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9933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growth trajectory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investment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724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well-calibrated predictions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operations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 stores, stable forecast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focus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187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competition, declining demand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5B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response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Demo App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Dataset Summary — 269K rows, 1,727 stores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Phase 1 Features — 35 features in 5 families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 Configuration — XGBoost, LightGBM, Ridge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Model Results — WAPE, Bias, R² comparison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Store Accuracy Loop — per-store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Role-of-Store — 5 segments, business actions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AI Commentary — Gemini 2.0 Flash insights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Store Drill-Down — quarterly bias breakdown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Download Results — export CSVs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Upload &amp; Score — predictions on new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003087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https://storewisetargets.streamlit.app/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src/feature_engineering.py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build_phase1_features() — 40 features, leakage guard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src/train_model.py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pipeline: load → engineer → split → train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src/store_accuracy_loop.py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Per-store metrics + Role-of-Store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D5E8F0"/>
          </a:solidFill>
          <a:ln w="12700">
            <a:solidFill>
              <a:srgbClr val="005B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app/streamlit_app.py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demo — 10 sections, 749 lines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Cloud: https://storewisetargets.streamlit.app/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integration: Auto-deploy from GitHub on push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artifacts: XGBoost pickle in repo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integration: Gemini 2.0 Flash for AI commentary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B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features are power drivers (corr 0.91–0.98)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7.2% WAPE vs 8.9% naive baseline (19% improvement)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accuracy varies: 40% well-calibrated, 30% under, 30% over-targeted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bias reveals seasonality: Adjust Q4 for holiday demand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XGBoost for Q3/Q4 planning; monitor WAPE weekly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Role-of-Store segmentation for targeted overrides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re-scoring: Retrain on rolling 2-year window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Add price elasticity, promotions, traffic data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IIM Calcutta Capstone — Group 8 (APAL02)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5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https://storewisetargets.streamlit.app/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2026-04-13T10:57:28Z</dcterms:created>
  <dcterms:modified xsi:type="dcterms:W3CDTF">2026-04-13T10:57:28Z</dcterms:modified>
</cp:coreProperties>
</file>